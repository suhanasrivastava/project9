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61" r:id="rId5"/>
    <p:sldId id="277" r:id="rId6"/>
    <p:sldId id="278" r:id="rId7"/>
    <p:sldId id="279" r:id="rId8"/>
    <p:sldId id="2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commentAuthors" Target="commentAuthors.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6-07T16:13:02.662" idx="1">
    <p:pos x="10" y="10"/>
    <p:tex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p:nvPr>
            <p:ph type="ctrTitle"/>
          </p:nvPr>
        </p:nvSpPr>
        <p:spPr>
          <a:xfrm>
            <a:off x="2063750" y="1125855"/>
            <a:ext cx="9931400" cy="5184140"/>
          </a:xfrm>
        </p:spPr>
        <p:txBody>
          <a:bodyPr/>
          <a:p>
            <a:pPr algn="ctr"/>
            <a:br>
              <a:rPr lang="en-US" altLang="en-US" sz="4400"/>
            </a:br>
            <a:r>
              <a:rPr lang="en-US" altLang="en-US" sz="4400"/>
              <a:t>Building a News Research Tool</a:t>
            </a:r>
            <a:br>
              <a:rPr lang="en-US" altLang="en-US" sz="4400"/>
            </a:br>
            <a:br>
              <a:rPr lang="en-US" altLang="en-US" sz="4400"/>
            </a:br>
            <a:br>
              <a:rPr lang="en-US" altLang="en-US" sz="4400"/>
            </a:br>
            <a:br>
              <a:rPr lang="en-US" altLang="en-US" sz="4400"/>
            </a:br>
            <a:r>
              <a:rPr lang="en-US" altLang="en-US" sz="4400"/>
              <a:t>						</a:t>
            </a:r>
            <a:r>
              <a:rPr lang="en-US"/>
              <a:t>Suhana kumari</a:t>
            </a:r>
            <a:br>
              <a:rPr lang="en-US"/>
            </a:br>
            <a:r>
              <a:rPr lang="en-US" sz="4400"/>
              <a:t>							</a:t>
            </a:r>
            <a:br>
              <a:rPr lang="en-US" sz="4400">
                <a:sym typeface="+mn-ea"/>
              </a:rPr>
            </a:br>
            <a:r>
              <a:rPr lang="en-US" sz="4400"/>
              <a:t>	</a:t>
            </a:r>
            <a:endParaRPr lang="en-US" sz="3200"/>
          </a:p>
        </p:txBody>
      </p:sp>
      <p:sp>
        <p:nvSpPr>
          <p:cNvPr id="2" name="Text Box 1"/>
          <p:cNvSpPr txBox="1"/>
          <p:nvPr/>
        </p:nvSpPr>
        <p:spPr>
          <a:xfrm>
            <a:off x="8719185" y="5142865"/>
            <a:ext cx="2924810" cy="583565"/>
          </a:xfrm>
          <a:prstGeom prst="rect">
            <a:avLst/>
          </a:prstGeom>
          <a:noFill/>
        </p:spPr>
        <p:txBody>
          <a:bodyPr wrap="square" rtlCol="0">
            <a:spAutoFit/>
          </a:bodyPr>
          <a:p>
            <a:r>
              <a:rPr lang="en-US" sz="3200"/>
              <a:t>12 -02-2025</a:t>
            </a:r>
            <a:endParaRPr 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a:t>Overview</a:t>
            </a:r>
            <a:endParaRPr lang="en-US" sz="4000"/>
          </a:p>
        </p:txBody>
      </p:sp>
      <p:sp>
        <p:nvSpPr>
          <p:cNvPr id="3" name="Content Placeholder 2"/>
          <p:cNvSpPr>
            <a:spLocks noGrp="1"/>
          </p:cNvSpPr>
          <p:nvPr>
            <p:ph idx="1"/>
          </p:nvPr>
        </p:nvSpPr>
        <p:spPr/>
        <p:txBody>
          <a:bodyPr/>
          <a:p>
            <a:pPr marL="0" indent="0">
              <a:buNone/>
            </a:pPr>
            <a:r>
              <a:rPr lang="zh-CN" altLang="en-US" sz="2400">
                <a:latin typeface="Calibri" panose="020F0502020204030204" charset="0"/>
                <a:cs typeface="Calibri" panose="020F0502020204030204" charset="0"/>
              </a:rPr>
              <a:t>📖</a:t>
            </a:r>
            <a:endParaRPr lang="zh-CN" altLang="en-US" sz="2400">
              <a:latin typeface="Calibri" panose="020F0502020204030204" charset="0"/>
              <a:cs typeface="Calibri" panose="020F0502020204030204" charset="0"/>
            </a:endParaRPr>
          </a:p>
          <a:p>
            <a:pPr marL="0" indent="0">
              <a:buNone/>
            </a:pPr>
            <a:endParaRPr lang="en-US" altLang="zh-CN" sz="2400">
              <a:latin typeface="Calibri" panose="020F0502020204030204" charset="0"/>
              <a:cs typeface="Calibri" panose="020F0502020204030204" charset="0"/>
            </a:endParaRPr>
          </a:p>
          <a:p>
            <a:pPr marL="0" indent="0">
              <a:buNone/>
            </a:pPr>
            <a:r>
              <a:rPr lang="en-US" altLang="en-US" sz="2400">
                <a:latin typeface="Calibri" panose="020F0502020204030204" charset="0"/>
                <a:cs typeface="Calibri" panose="020F0502020204030204" charset="0"/>
              </a:rPr>
              <a:t>OverviewThis project is an AI-powered News Research Tool that leverages LangChain, OpenAI, and NewsAPI to fetch and summarize the most relevant news articles. The tool provides concise summaries of the latest news based on user queries, helping equity research analysts stay updated.</a:t>
            </a:r>
            <a:endParaRPr lang="en-US" altLang="en-US" sz="2400">
              <a:latin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Features</a:t>
            </a:r>
            <a:endParaRPr lang="en-US"/>
          </a:p>
        </p:txBody>
      </p:sp>
      <p:sp>
        <p:nvSpPr>
          <p:cNvPr id="3" name="Text Box 2"/>
          <p:cNvSpPr txBox="1"/>
          <p:nvPr/>
        </p:nvSpPr>
        <p:spPr>
          <a:xfrm>
            <a:off x="1170305" y="1318895"/>
            <a:ext cx="10541635" cy="5162550"/>
          </a:xfrm>
          <a:prstGeom prst="rect">
            <a:avLst/>
          </a:prstGeom>
        </p:spPr>
        <p:txBody>
          <a:bodyPr>
            <a:noAutofit/>
          </a:bodyPr>
          <a:p>
            <a:r>
              <a:rPr lang="en-US" altLang="en-US" sz="2400">
                <a:latin typeface="Calibri" panose="020F0502020204030204" charset="0"/>
                <a:cs typeface="Calibri" panose="020F0502020204030204" charset="0"/>
              </a:rPr>
              <a:t>✅ Fetch real-time news using NewsAPI</a:t>
            </a:r>
            <a:endParaRPr lang="en-US" altLang="en-US" sz="2400">
              <a:latin typeface="Calibri" panose="020F0502020204030204" charset="0"/>
              <a:cs typeface="Calibri" panose="020F0502020204030204" charset="0"/>
            </a:endParaRPr>
          </a:p>
          <a:p>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 Summarize news articles with OpenAI's LLM</a:t>
            </a:r>
            <a:endParaRPr lang="en-US" altLang="en-US" sz="2400">
              <a:latin typeface="Calibri" panose="020F0502020204030204" charset="0"/>
              <a:cs typeface="Calibri" panose="020F0502020204030204" charset="0"/>
            </a:endParaRPr>
          </a:p>
          <a:p>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 Interactive web interface using Streamlit</a:t>
            </a:r>
            <a:endParaRPr lang="en-US" altLang="en-US" sz="2400">
              <a:latin typeface="Calibri" panose="020F0502020204030204" charset="0"/>
              <a:cs typeface="Calibri" panose="020F0502020204030204" charset="0"/>
            </a:endParaRPr>
          </a:p>
          <a:p>
            <a:endParaRPr lang="en-US" altLang="en-US" sz="2400">
              <a:latin typeface="Calibri" panose="020F0502020204030204" charset="0"/>
              <a:cs typeface="Calibri" panose="020F0502020204030204" charset="0"/>
            </a:endParaRPr>
          </a:p>
          <a:p>
            <a:r>
              <a:rPr lang="en-US" altLang="en-US" sz="2400">
                <a:latin typeface="Calibri" panose="020F0502020204030204" charset="0"/>
                <a:cs typeface="Calibri" panose="020F0502020204030204" charset="0"/>
              </a:rPr>
              <a:t>✅ User-friendly query input for customized research</a:t>
            </a:r>
            <a:endParaRPr lang="en-US" altLang="en-US" sz="2400">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Project Structure</a:t>
            </a:r>
            <a:endParaRPr lang="en-US"/>
          </a:p>
        </p:txBody>
      </p:sp>
      <p:sp>
        <p:nvSpPr>
          <p:cNvPr id="3" name="Content Placeholder 2"/>
          <p:cNvSpPr>
            <a:spLocks noGrp="1"/>
          </p:cNvSpPr>
          <p:nvPr>
            <p:ph idx="1"/>
          </p:nvPr>
        </p:nvSpPr>
        <p:spPr/>
        <p:txBody>
          <a:bodyPr/>
          <a:p>
            <a:pPr marL="0" algn="l" defTabSz="914400" fontAlgn="auto">
              <a:buClrTx/>
              <a:buSzTx/>
              <a:buFontTx/>
              <a:buNone/>
            </a:pPr>
            <a:r>
              <a:rPr lang="en-US" altLang="en-US" sz="2400">
                <a:latin typeface="Calibri" panose="020F0502020204030204" charset="0"/>
                <a:cs typeface="Calibri" panose="020F0502020204030204" charset="0"/>
                <a:sym typeface="+mn-ea"/>
              </a:rPr>
              <a:t>✅ </a:t>
            </a:r>
            <a:r>
              <a:rPr lang="en-US" altLang="en-US" sz="2400">
                <a:latin typeface="Calibri" panose="020F0502020204030204" charset="0"/>
                <a:cs typeface="Calibri" panose="020F0502020204030204" charset="0"/>
              </a:rPr>
              <a:t>app.py                 # Streamlit web interface</a:t>
            </a:r>
            <a:endParaRPr lang="en-US" altLang="en-US" sz="2400">
              <a:latin typeface="Calibri" panose="020F0502020204030204" charset="0"/>
              <a:cs typeface="Calibri" panose="020F0502020204030204" charset="0"/>
            </a:endParaRPr>
          </a:p>
          <a:p>
            <a:pPr marL="0" algn="l" defTabSz="914400" fontAlgn="auto">
              <a:buClrTx/>
              <a:buSzTx/>
              <a:buFontTx/>
              <a:buNone/>
            </a:pPr>
            <a:endParaRPr lang="en-US" altLang="en-US" sz="2400">
              <a:latin typeface="Calibri" panose="020F0502020204030204" charset="0"/>
              <a:cs typeface="Calibri" panose="020F0502020204030204" charset="0"/>
            </a:endParaRPr>
          </a:p>
          <a:p>
            <a:pPr marL="0" algn="l" defTabSz="914400" fontAlgn="auto">
              <a:buClrTx/>
              <a:buSzTx/>
              <a:buFontTx/>
              <a:buNone/>
            </a:pPr>
            <a:r>
              <a:rPr lang="en-US" altLang="en-US" sz="2400">
                <a:latin typeface="Calibri" panose="020F0502020204030204" charset="0"/>
                <a:cs typeface="Calibri" panose="020F0502020204030204" charset="0"/>
                <a:sym typeface="+mn-ea"/>
              </a:rPr>
              <a:t>✅ </a:t>
            </a:r>
            <a:r>
              <a:rPr lang="en-US" altLang="en-US" sz="2400">
                <a:latin typeface="Calibri" panose="020F0502020204030204" charset="0"/>
                <a:cs typeface="Calibri" panose="020F0502020204030204" charset="0"/>
              </a:rPr>
              <a:t>langchain_config.py     # LangChain setup &amp; NewsAPI integration</a:t>
            </a:r>
            <a:endParaRPr lang="en-US" altLang="en-US" sz="2400">
              <a:latin typeface="Calibri" panose="020F0502020204030204" charset="0"/>
              <a:cs typeface="Calibri" panose="020F0502020204030204" charset="0"/>
            </a:endParaRPr>
          </a:p>
          <a:p>
            <a:pPr marL="0" algn="l" defTabSz="914400" fontAlgn="auto">
              <a:buClrTx/>
              <a:buSzTx/>
              <a:buFontTx/>
              <a:buNone/>
            </a:pPr>
            <a:endParaRPr lang="en-US" altLang="en-US" sz="2400">
              <a:latin typeface="Calibri" panose="020F0502020204030204" charset="0"/>
              <a:cs typeface="Calibri" panose="020F0502020204030204" charset="0"/>
            </a:endParaRPr>
          </a:p>
          <a:p>
            <a:pPr marL="0" algn="l" defTabSz="914400" fontAlgn="auto">
              <a:buClrTx/>
              <a:buSzTx/>
              <a:buFontTx/>
              <a:buNone/>
            </a:pPr>
            <a:r>
              <a:rPr lang="en-US" altLang="en-US" sz="2400">
                <a:latin typeface="Calibri" panose="020F0502020204030204" charset="0"/>
                <a:cs typeface="Calibri" panose="020F0502020204030204" charset="0"/>
                <a:sym typeface="+mn-ea"/>
              </a:rPr>
              <a:t>✅ </a:t>
            </a:r>
            <a:r>
              <a:rPr lang="en-US" altLang="en-US" sz="2400">
                <a:latin typeface="Calibri" panose="020F0502020204030204" charset="0"/>
                <a:cs typeface="Calibri" panose="020F0502020204030204" charset="0"/>
              </a:rPr>
              <a:t>requirements.txt        # Dependencies</a:t>
            </a:r>
            <a:endParaRPr lang="en-US" altLang="en-US" sz="2400">
              <a:latin typeface="Calibri" panose="020F0502020204030204" charset="0"/>
              <a:cs typeface="Calibri" panose="020F0502020204030204" charset="0"/>
            </a:endParaRPr>
          </a:p>
          <a:p>
            <a:pPr marL="0" algn="l" defTabSz="914400" fontAlgn="auto">
              <a:buClrTx/>
              <a:buSzTx/>
              <a:buFontTx/>
              <a:buNone/>
            </a:pPr>
            <a:endParaRPr lang="en-US" altLang="en-US" sz="2400">
              <a:latin typeface="Calibri" panose="020F0502020204030204" charset="0"/>
              <a:cs typeface="Calibri" panose="020F0502020204030204" charset="0"/>
            </a:endParaRPr>
          </a:p>
          <a:p>
            <a:pPr marL="0" algn="l" defTabSz="914400" fontAlgn="auto">
              <a:buClrTx/>
              <a:buSzTx/>
              <a:buFontTx/>
              <a:buNone/>
            </a:pPr>
            <a:r>
              <a:rPr lang="en-US" altLang="en-US" sz="2400">
                <a:latin typeface="Calibri" panose="020F0502020204030204" charset="0"/>
                <a:cs typeface="Calibri" panose="020F0502020204030204" charset="0"/>
                <a:sym typeface="+mn-ea"/>
              </a:rPr>
              <a:t>✅ </a:t>
            </a:r>
            <a:r>
              <a:rPr lang="en-US" altLang="en-US" sz="2400">
                <a:latin typeface="Calibri" panose="020F0502020204030204" charset="0"/>
                <a:cs typeface="Calibri" panose="020F0502020204030204" charset="0"/>
              </a:rPr>
              <a:t>README.md               # Project documentation</a:t>
            </a:r>
            <a:endParaRPr lang="en-US" altLang="en-US" sz="2400">
              <a:latin typeface="Calibri" panose="020F0502020204030204" charset="0"/>
              <a:cs typeface="Calibri" panose="020F0502020204030204" charset="0"/>
            </a:endParaRPr>
          </a:p>
        </p:txBody>
      </p:sp>
      <p:sp>
        <p:nvSpPr>
          <p:cNvPr id="4" name="Text Box 3"/>
          <p:cNvSpPr txBox="1"/>
          <p:nvPr/>
        </p:nvSpPr>
        <p:spPr>
          <a:xfrm>
            <a:off x="2653665" y="469265"/>
            <a:ext cx="4064000" cy="368300"/>
          </a:xfrm>
          <a:prstGeom prst="rect">
            <a:avLst/>
          </a:prstGeom>
          <a:noFill/>
        </p:spPr>
        <p:txBody>
          <a:bodyPr wrap="square" rtlCol="0">
            <a:sp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How it works</a:t>
            </a:r>
            <a:endParaRPr lang="en-US"/>
          </a:p>
        </p:txBody>
      </p:sp>
      <p:sp>
        <p:nvSpPr>
          <p:cNvPr id="3" name="Content Placeholder 2"/>
          <p:cNvSpPr>
            <a:spLocks noGrp="1"/>
          </p:cNvSpPr>
          <p:nvPr>
            <p:ph idx="1"/>
          </p:nvPr>
        </p:nvSpPr>
        <p:spPr/>
        <p:txBody>
          <a:bodyPr/>
          <a:p>
            <a:pPr marL="0" indent="0">
              <a:buNone/>
            </a:pPr>
            <a:r>
              <a:rPr lang="en-US" altLang="en-US" sz="2400">
                <a:latin typeface="Calibri" panose="020F0502020204030204" charset="0"/>
                <a:cs typeface="Calibri" panose="020F0502020204030204" charset="0"/>
              </a:rPr>
              <a:t>User Inputs Query – The user enters a search query.</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a:p>
            <a:pPr marL="0" indent="0">
              <a:buNone/>
            </a:pPr>
            <a:r>
              <a:rPr lang="en-US" altLang="en-US" sz="2400">
                <a:latin typeface="Calibri" panose="020F0502020204030204" charset="0"/>
                <a:cs typeface="Calibri" panose="020F0502020204030204" charset="0"/>
              </a:rPr>
              <a:t>Fetch News Articles – The app retrieves relevant articles using NewsAPI.</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a:p>
            <a:pPr marL="0" indent="0">
              <a:buNone/>
            </a:pPr>
            <a:r>
              <a:rPr lang="en-US" altLang="en-US" sz="2400">
                <a:latin typeface="Calibri" panose="020F0502020204030204" charset="0"/>
                <a:cs typeface="Calibri" panose="020F0502020204030204" charset="0"/>
              </a:rPr>
              <a:t>Summarize Articles – The AI summarizes the fetched articles.</a:t>
            </a:r>
            <a:endParaRPr lang="en-US" altLang="en-US" sz="2400">
              <a:latin typeface="Calibri" panose="020F0502020204030204" charset="0"/>
              <a:cs typeface="Calibri" panose="020F0502020204030204" charset="0"/>
            </a:endParaRPr>
          </a:p>
          <a:p>
            <a:pPr marL="0" indent="0">
              <a:buNone/>
            </a:pPr>
            <a:endParaRPr lang="en-US" altLang="en-US" sz="2400">
              <a:latin typeface="Calibri" panose="020F0502020204030204" charset="0"/>
              <a:cs typeface="Calibri" panose="020F0502020204030204" charset="0"/>
            </a:endParaRPr>
          </a:p>
          <a:p>
            <a:pPr marL="0" indent="0">
              <a:buNone/>
            </a:pPr>
            <a:r>
              <a:rPr lang="en-US" altLang="en-US" sz="2400">
                <a:latin typeface="Calibri" panose="020F0502020204030204" charset="0"/>
                <a:cs typeface="Calibri" panose="020F0502020204030204" charset="0"/>
              </a:rPr>
              <a:t>Display Summary – The summary is displayed in the Streamlit UI.</a:t>
            </a:r>
            <a:endParaRPr lang="en-US" altLang="en-US" sz="240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Technologies used</a:t>
            </a:r>
            <a:endParaRPr lang="en-US"/>
          </a:p>
        </p:txBody>
      </p:sp>
      <p:sp>
        <p:nvSpPr>
          <p:cNvPr id="3" name="Content Placeholder 2"/>
          <p:cNvSpPr>
            <a:spLocks noGrp="1"/>
          </p:cNvSpPr>
          <p:nvPr>
            <p:ph idx="1"/>
          </p:nvPr>
        </p:nvSpPr>
        <p:spPr/>
        <p:txBody>
          <a:bodyPr/>
          <a:p>
            <a:pPr marL="0" algn="l">
              <a:buClrTx/>
              <a:buSzTx/>
              <a:buFontTx/>
              <a:buNone/>
            </a:pPr>
            <a:r>
              <a:rPr lang="en-US" altLang="en-US" sz="2400">
                <a:latin typeface="Calibri" panose="020F0502020204030204" charset="0"/>
                <a:cs typeface="Calibri" panose="020F0502020204030204" charset="0"/>
              </a:rPr>
              <a:t>LangChain - AI model orchestration</a:t>
            </a:r>
            <a:endParaRPr lang="en-US" altLang="en-US" sz="2400">
              <a:latin typeface="Calibri" panose="020F0502020204030204" charset="0"/>
              <a:cs typeface="Calibri" panose="020F0502020204030204" charset="0"/>
            </a:endParaRPr>
          </a:p>
          <a:p>
            <a:pPr marL="0" algn="l">
              <a:buClrTx/>
              <a:buSzTx/>
              <a:buFontTx/>
              <a:buNone/>
            </a:pPr>
            <a:endParaRPr lang="en-US" altLang="en-US" sz="2400">
              <a:latin typeface="Calibri" panose="020F0502020204030204" charset="0"/>
              <a:cs typeface="Calibri" panose="020F0502020204030204" charset="0"/>
            </a:endParaRPr>
          </a:p>
          <a:p>
            <a:pPr marL="0" algn="l">
              <a:buClrTx/>
              <a:buSzTx/>
              <a:buFontTx/>
              <a:buNone/>
            </a:pPr>
            <a:r>
              <a:rPr lang="en-US" altLang="en-US" sz="2400">
                <a:latin typeface="Calibri" panose="020F0502020204030204" charset="0"/>
                <a:cs typeface="Calibri" panose="020F0502020204030204" charset="0"/>
              </a:rPr>
              <a:t>OpenAI GPT - News summarization</a:t>
            </a:r>
            <a:endParaRPr lang="en-US" altLang="en-US" sz="2400">
              <a:latin typeface="Calibri" panose="020F0502020204030204" charset="0"/>
              <a:cs typeface="Calibri" panose="020F0502020204030204" charset="0"/>
            </a:endParaRPr>
          </a:p>
          <a:p>
            <a:pPr marL="0" algn="l">
              <a:buClrTx/>
              <a:buSzTx/>
              <a:buFontTx/>
              <a:buNone/>
            </a:pPr>
            <a:endParaRPr lang="en-US" altLang="en-US" sz="2400">
              <a:latin typeface="Calibri" panose="020F0502020204030204" charset="0"/>
              <a:cs typeface="Calibri" panose="020F0502020204030204" charset="0"/>
            </a:endParaRPr>
          </a:p>
          <a:p>
            <a:pPr marL="0" algn="l">
              <a:buClrTx/>
              <a:buSzTx/>
              <a:buFontTx/>
              <a:buNone/>
            </a:pPr>
            <a:r>
              <a:rPr lang="en-US" altLang="en-US" sz="2400">
                <a:latin typeface="Calibri" panose="020F0502020204030204" charset="0"/>
                <a:cs typeface="Calibri" panose="020F0502020204030204" charset="0"/>
              </a:rPr>
              <a:t>NewsAPI - Fetching real-time news</a:t>
            </a:r>
            <a:endParaRPr lang="en-US" altLang="en-US" sz="2400">
              <a:latin typeface="Calibri" panose="020F0502020204030204" charset="0"/>
              <a:cs typeface="Calibri" panose="020F0502020204030204" charset="0"/>
            </a:endParaRPr>
          </a:p>
          <a:p>
            <a:pPr marL="0" algn="l">
              <a:buClrTx/>
              <a:buSzTx/>
              <a:buFontTx/>
              <a:buNone/>
            </a:pPr>
            <a:endParaRPr lang="en-US" altLang="en-US" sz="2400">
              <a:latin typeface="Calibri" panose="020F0502020204030204" charset="0"/>
              <a:cs typeface="Calibri" panose="020F0502020204030204" charset="0"/>
            </a:endParaRPr>
          </a:p>
          <a:p>
            <a:pPr marL="0" algn="l">
              <a:buClrTx/>
              <a:buSzTx/>
              <a:buFontTx/>
              <a:buNone/>
            </a:pPr>
            <a:r>
              <a:rPr lang="en-US" altLang="en-US" sz="2400">
                <a:latin typeface="Calibri" panose="020F0502020204030204" charset="0"/>
                <a:cs typeface="Calibri" panose="020F0502020204030204" charset="0"/>
              </a:rPr>
              <a:t>Streamlit - Interactive web UI</a:t>
            </a:r>
            <a:endParaRPr lang="en-US" altLang="en-US" sz="2400">
              <a:latin typeface="Calibri" panose="020F0502020204030204" charset="0"/>
              <a:cs typeface="Calibri" panose="020F0502020204030204" charset="0"/>
            </a:endParaRPr>
          </a:p>
          <a:p>
            <a:pPr marL="0" algn="l">
              <a:buClrTx/>
              <a:buSzTx/>
              <a:buFontTx/>
              <a:buNone/>
            </a:pPr>
            <a:endParaRPr lang="en-US" altLang="en-US" sz="2400">
              <a:latin typeface="Calibri" panose="020F0502020204030204" charset="0"/>
              <a:cs typeface="Calibri" panose="020F0502020204030204" charset="0"/>
            </a:endParaRPr>
          </a:p>
          <a:p>
            <a:pPr marL="0" algn="l">
              <a:buClrTx/>
              <a:buSzTx/>
              <a:buFontTx/>
              <a:buNone/>
            </a:pPr>
            <a:r>
              <a:rPr lang="en-US" altLang="en-US" sz="2400">
                <a:latin typeface="Calibri" panose="020F0502020204030204" charset="0"/>
                <a:cs typeface="Calibri" panose="020F0502020204030204" charset="0"/>
              </a:rPr>
              <a:t>Python - Core programming language</a:t>
            </a:r>
            <a:endParaRPr lang="en-US" altLang="en-US" sz="240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endParaRPr lang="en-US"/>
          </a:p>
          <a:p>
            <a:endParaRPr lang="en-US"/>
          </a:p>
          <a:p>
            <a:endParaRPr lang="en-US"/>
          </a:p>
          <a:p>
            <a:endParaRPr lang="en-US"/>
          </a:p>
          <a:p>
            <a:pPr marL="3657600" lvl="8" indent="0">
              <a:buNone/>
            </a:pPr>
            <a:r>
              <a:rPr lang="en-US" sz="3200"/>
              <a:t>Thanks</a:t>
            </a:r>
            <a:endParaRPr lang="en-US" sz="3200"/>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1217</Words>
  <Application>WPS Presentation</Application>
  <PresentationFormat>Widescreen</PresentationFormat>
  <Paragraphs>57</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SimSun</vt:lpstr>
      <vt:lpstr>Wingdings</vt:lpstr>
      <vt:lpstr>Calibri</vt:lpstr>
      <vt:lpstr>Arial</vt:lpstr>
      <vt:lpstr>Roboto</vt:lpstr>
      <vt:lpstr>Microsoft YaHei</vt:lpstr>
      <vt:lpstr>Arial Unicode MS</vt:lpstr>
      <vt:lpstr>Times New Roman</vt:lpstr>
      <vt:lpstr>Data Pie Charts</vt:lpstr>
      <vt:lpstr> Customer Churn Analysis    						Suhana kumari 							 	</vt:lpstr>
      <vt:lpstr>Steps</vt:lpstr>
      <vt:lpstr>Insights</vt:lpstr>
      <vt:lpstr>  Insights</vt:lpstr>
      <vt:lpstr>  Insights</vt:lpstr>
      <vt:lpstr> Insight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Property Price Prediction Analysis   						Suhana kumari 								</dc:title>
  <dc:creator/>
  <cp:lastModifiedBy>RAJ</cp:lastModifiedBy>
  <cp:revision>14</cp:revision>
  <dcterms:created xsi:type="dcterms:W3CDTF">2024-06-07T11:47:00Z</dcterms:created>
  <dcterms:modified xsi:type="dcterms:W3CDTF">2025-02-12T09:11:34Z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770357D766AD498AA2A3698D39E18420_13</vt:lpwstr>
  </property>
  <property fmtid="{D5CDD505-2E9C-101B-9397-08002B2CF9AE}" pid="3" name="KSOProductBuildVer">
    <vt:lpwstr>1033-12.2.0.19805</vt:lpwstr>
  </property>
</Properties>
</file>